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Welcome/title slide. Introduce the project name, the three-part scope (console app, web app, PWA), and the team, college and guide. Keep this brief -- about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real-world problem (manual inventory tracking) and the four objectives. This sets up why the project has three parts (console/web/PWA), not just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the console app proves OOP fundamentals standalone; the web app is the real database-backed system; the PWA layer sits on top of the web app, reusing its data via a JSON API. All three model the same domain.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through each row briefly. Emphasise .NET 8 is the current LTS release, and that the same SQL Server database backs both the web app and its PWA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inheritance diagram first, then the bullet list. This slide is the answer to almost every OOP viva question, so spend real time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tables, third normal form: Categories, Suppliers, Products, Stocks, StockTransactions, Users. Category/Supplier are reference masters (Restrict delete); Stock/StockTransactions depend on Product (Cascade delete). Full data dictionary in Database/ERDiagram/README.md.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per module is enough -- this is the map of what the examiner is about to see live in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alongside the live demo of a Stock Out that exceeds availability. Two layers of protection: an application check before saving, and a database CHECK constraint as a last-resort safety 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that filters are server-side (query string driven) so a printed/URL-shared report reproduces the same filtered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tip: DevTools -&gt; Application -&gt; Service Workers, tick Offline, reload /Pwa/Search to prove it works without a network. Full detail in PWA/README.md.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this still says 'pending', it means testing hasn't been run yet -- rerun tools/build_docs.py once tools/test_results.json exists so this slide reflects real results, never invented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what was delivered, then the future-scope items. Be upfront about the .NET 8 support-window note -- it shows awareness of maintaining the project beyond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FFFFFF"/>
                </a:solidFill>
              </a:rPr>
              <a:t>StockPilot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0D9488"/>
                </a:solidFill>
              </a:rPr>
              <a:t>Inventory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CBD5E1"/>
                </a:solidFill>
              </a:rPr>
              <a:t>Console Application, ASP.NET Core MVC Web App &amp; Progressive Web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D9488"/>
                </a:solidFill>
              </a:rPr>
              <a:t>Project Team</a:t>
            </a:r>
          </a:p>
          <a:p>
            <a:r>
              <a:rPr sz="1600">
                <a:solidFill>
                  <a:srgbClr val="FFFFFF"/>
                </a:solidFill>
              </a:rPr>
              <a:t>[Team Member 1] — [Roll No. 1]</a:t>
            </a:r>
          </a:p>
          <a:p>
            <a:r>
              <a:rPr sz="1600">
                <a:solidFill>
                  <a:srgbClr val="FFFFFF"/>
                </a:solidFill>
              </a:rPr>
              <a:t>[Team Member 2] — [Roll No. 2]</a:t>
            </a:r>
          </a:p>
          <a:p>
            <a:r>
              <a:rPr sz="1600">
                <a:solidFill>
                  <a:srgbClr val="FFFFFF"/>
                </a:solidFill>
              </a:rPr>
              <a:t>[Team Member 3] — [Roll No. 3]</a:t>
            </a:r>
          </a:p>
          <a:p>
            <a:r>
              <a:rPr sz="1600">
                <a:solidFill>
                  <a:srgbClr val="FFFFFF"/>
                </a:solidFill>
              </a:rPr>
              <a:t>[Team Member 4] — [Roll No. 4]</a:t>
            </a:r>
          </a:p>
          <a:p/>
          <a:p>
            <a:r>
              <a:rPr sz="1400">
                <a:solidFill>
                  <a:srgbClr val="CBD5E1"/>
                </a:solidFill>
              </a:rPr>
              <a:t>[College / Institute Name]</a:t>
            </a:r>
          </a:p>
          <a:p>
            <a:r>
              <a:rPr sz="1400">
                <a:solidFill>
                  <a:srgbClr val="CBD5E1"/>
                </a:solidFill>
              </a:rPr>
              <a:t>Guide: [Guide / Project Mentor Name]   |   [Academic Year, e.g. 2025-26]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Problem Statement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Small shops/warehouses often track stock in notebooks or spreadsheets -- slow, error-prone, no audit trail.</a:t>
            </a:r>
          </a:p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Goal: a single system covering product/category/supplier master data, stock movements and reporting.</a:t>
            </a:r>
          </a:p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Objective 1: prevent selling more stock than is available (negative-stock guard).</a:t>
            </a:r>
          </a:p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Objective 2: give management a live dashboard and printable reports for decisions.</a:t>
            </a:r>
          </a:p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Objective 3: demonstrate core OOP (console app) alongside a real database-backed web app.</a:t>
            </a:r>
          </a:p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Objective 4: make the app usable on a phone, including offline, via a PWA.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System Architecture -- 3 Phases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291840" cy="822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Phase 1
Console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51760"/>
            <a:ext cx="329184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93B"/>
                </a:solidFill>
              </a:rPr>
              <a:t>OOP core: classes, inheritance,
polymorphism, exceptions,
List/Dictionary collections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828800"/>
            <a:ext cx="3291840" cy="822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Phase 2
ASP.NET Core MVC Web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651760"/>
            <a:ext cx="329184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93B"/>
                </a:solidFill>
              </a:rPr>
              <a:t>Controllers + Razor views
EF Core 8 + SQL Server
Session auth, CRUD, reports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828800"/>
            <a:ext cx="3291840" cy="822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Phase 3
Progressive Web App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651760"/>
            <a:ext cx="329184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93B"/>
                </a:solidFill>
              </a:rPr>
              <a:t>Manifest + Service Worker
Offline search/stock/alerts
Installable on phone/desktop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2880360.0"/>
            <a:ext cx="548640" cy="0.0"/>
          </a:xfrm>
          <a:prstGeom prst="line">
            <a:avLst/>
          </a:prstGeom>
          <a:ln w="28575">
            <a:solidFill>
              <a:srgbClr val="0D94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2880360.0"/>
            <a:ext cx="548640" cy="0.0"/>
          </a:xfrm>
          <a:prstGeom prst="line">
            <a:avLst/>
          </a:prstGeom>
          <a:ln w="28575">
            <a:solidFill>
              <a:srgbClr val="0D94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291840" y="4297680"/>
            <a:ext cx="5577840" cy="146304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Shared domain concepts
(Products, Categories, Suppliers, Stock, Users)
SQL Server: InventoryManagementDB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Technology Stack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554480"/>
          <a:ext cx="10515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600891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.NET 8 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Web framework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ASP.NET Core MVC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Entity Framework Core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Microsoft SQL Server (LocalDB / container)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Front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Razor views, Bootstrap 5.3, vanilla 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PWA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475569"/>
                          </a:solidFill>
                        </a:defRPr>
                      </a:pPr>
                      <a:r>
                        <a:t>Web App Manifest, Service Worker, Notifications API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Console App &amp; OOP Concept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554480"/>
            <a:ext cx="246888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Person (abstract)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834640"/>
            <a:ext cx="2468880" cy="64008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Admin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2697480" y="2194560"/>
            <a:ext cx="3383280" cy="640080"/>
          </a:xfrm>
          <a:prstGeom prst="line">
            <a:avLst/>
          </a:prstGeom>
          <a:ln w="28575">
            <a:solidFill>
              <a:srgbClr val="0D94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20640" y="2834640"/>
            <a:ext cx="2468880" cy="64008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Staff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194560"/>
            <a:ext cx="274320" cy="640080"/>
          </a:xfrm>
          <a:prstGeom prst="line">
            <a:avLst/>
          </a:prstGeom>
          <a:ln w="28575">
            <a:solidFill>
              <a:srgbClr val="0D94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595360" y="2834640"/>
            <a:ext cx="2468880" cy="64008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User (Viewer)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2194560"/>
            <a:ext cx="3749040" cy="640080"/>
          </a:xfrm>
          <a:prstGeom prst="line">
            <a:avLst/>
          </a:prstGeom>
          <a:ln w="28575">
            <a:solidFill>
              <a:srgbClr val="0D94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3840480"/>
            <a:ext cx="11064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475569"/>
                </a:solidFill>
              </a:defRPr>
            </a:pPr>
            <a:r>
              <a:t>•  Encapsulation -- private fields with validating properties (e.g. Product.Price rejects negatives)</a:t>
            </a:r>
          </a:p>
          <a:p>
            <a:pPr>
              <a:spcAft>
                <a:spcPts val="1000"/>
              </a:spcAft>
              <a:defRPr sz="1500">
                <a:solidFill>
                  <a:srgbClr val="475569"/>
                </a:solidFill>
              </a:defRPr>
            </a:pPr>
            <a:r>
              <a:t>•  Inheritance -- Admin / Staff / User all derive from Person</a:t>
            </a:r>
          </a:p>
          <a:p>
            <a:pPr>
              <a:spcAft>
                <a:spcPts val="1000"/>
              </a:spcAft>
              <a:defRPr sz="1500">
                <a:solidFill>
                  <a:srgbClr val="475569"/>
                </a:solidFill>
              </a:defRPr>
            </a:pPr>
            <a:r>
              <a:t>•  Polymorphism -- DisplayInfo() is virtual; each role overrides it</a:t>
            </a:r>
          </a:p>
          <a:p>
            <a:pPr>
              <a:spcAft>
                <a:spcPts val="1000"/>
              </a:spcAft>
              <a:defRPr sz="1500">
                <a:solidFill>
                  <a:srgbClr val="475569"/>
                </a:solidFill>
              </a:defRPr>
            </a:pPr>
            <a:r>
              <a:t>•  Exception handling -- custom InsufficientStockException on an invalid Stock Out</a:t>
            </a:r>
          </a:p>
          <a:p>
            <a:pPr>
              <a:spcAft>
                <a:spcPts val="1000"/>
              </a:spcAft>
              <a:defRPr sz="1500">
                <a:solidFill>
                  <a:srgbClr val="475569"/>
                </a:solidFill>
              </a:defRPr>
            </a:pPr>
            <a:r>
              <a:t>•  Collections -- List&lt;T&gt; for products/stock; Dictionary&lt;TKey,TValue&gt; for fast lookup (categories, suppliers, users)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Database Design</a:t>
            </a:r>
          </a:p>
        </p:txBody>
      </p:sp>
      <p:pic>
        <p:nvPicPr>
          <p:cNvPr id="5" name="Picture 4" descr="ER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7243228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Web Application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Authentication -- session-based login, hashed passwords, change password</a:t>
            </a:r>
          </a:p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Categories &amp; Suppliers -- master data CRUD with in-use delete protection</a:t>
            </a:r>
          </a:p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Products -- CRUD with search/filter, opening stock on create</a:t>
            </a:r>
          </a:p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Stock -- Initialize, Stock In, Stock Out, transaction history</a:t>
            </a:r>
          </a:p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Dashboard -- live KPIs, low-stock list, category summary, recent activity</a:t>
            </a:r>
          </a:p>
          <a:p>
            <a:pPr>
              <a:spcAft>
                <a:spcPts val="1000"/>
              </a:spcAft>
              <a:defRPr sz="1900">
                <a:solidFill>
                  <a:srgbClr val="475569"/>
                </a:solidFill>
              </a:defRPr>
            </a:pPr>
            <a:r>
              <a:t>•  Reports -- 5 filterable, printable reports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Stock Out Flow -- Negative-Stock Guard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37744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Enter Product
&amp; Quantity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26080" y="2468880"/>
            <a:ext cx="365760" cy="0"/>
          </a:xfrm>
          <a:prstGeom prst="line">
            <a:avLst/>
          </a:prstGeom>
          <a:ln w="28575">
            <a:solidFill>
              <a:srgbClr val="0D94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iamond 6"/>
          <p:cNvSpPr/>
          <p:nvPr/>
        </p:nvSpPr>
        <p:spPr>
          <a:xfrm>
            <a:off x="3291840" y="1828800"/>
            <a:ext cx="2377440" cy="1280160"/>
          </a:xfrm>
          <a:prstGeom prst="diamond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Quantity &gt; 0?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0" y="2468880"/>
            <a:ext cx="365760" cy="0"/>
          </a:xfrm>
          <a:prstGeom prst="line">
            <a:avLst/>
          </a:prstGeom>
          <a:ln w="28575">
            <a:solidFill>
              <a:srgbClr val="0D94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6035040" y="1828800"/>
            <a:ext cx="2377440" cy="1280160"/>
          </a:xfrm>
          <a:prstGeom prst="diamond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Quantity &lt;=
Available?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412480" y="2468880"/>
            <a:ext cx="365760" cy="0"/>
          </a:xfrm>
          <a:prstGeom prst="line">
            <a:avLst/>
          </a:prstGeom>
          <a:ln w="28575">
            <a:solidFill>
              <a:srgbClr val="0D94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78240" y="1828800"/>
            <a:ext cx="2377440" cy="12801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Update Stock
+ Log Transaction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931920"/>
            <a:ext cx="4846320" cy="100584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No  --&gt;  reject: "Insufficient stock. Available: {n}"
(also enforced by CK_Stocks_QuantityAvailable &gt;= 0)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23760" y="3108960"/>
            <a:ext cx="1463040" cy="822960"/>
          </a:xfrm>
          <a:prstGeom prst="line">
            <a:avLst/>
          </a:prstGeom>
          <a:ln w="28575">
            <a:solidFill>
              <a:srgbClr val="0D94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Reports &amp; Printing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</a:defRPr>
            </a:pPr>
            <a:r>
              <a:t>•  Product Catalog -- filter by search term, category, supplier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</a:defRPr>
            </a:pPr>
            <a:r>
              <a:t>•  Stock Summary -- filter by category and status (OK/Low/Out)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</a:defRPr>
            </a:pPr>
            <a:r>
              <a:t>•  Low Stock -- items at/under reorder level, with suggested order quantity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</a:defRPr>
            </a:pPr>
            <a:r>
              <a:t>•  Transaction History -- filter by type and date range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</a:defRPr>
            </a:pPr>
            <a:r>
              <a:t>•  Inventory Value -- category subtotals and a grand total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</a:defRPr>
            </a:pPr>
            <a:r>
              <a:t>•  Every report has a print button; @media print hides navigation and shows a clean A4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Progressive Web App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</a:defRPr>
            </a:pPr>
            <a:r>
              <a:t>•  Installable -- Web App Manifest, icons, "Install app" on desktop and mobile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</a:defRPr>
            </a:pPr>
            <a:r>
              <a:t>•  Offline -- Service Worker with 3 caching strategies (API: network-first; pages: network-first; static assets: stale-while-revalidate)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</a:defRPr>
            </a:pPr>
            <a:r>
              <a:t>•  Offline modules -- Product Search, Stock Overview, Low Stock Alerts keep working from cached data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</a:defRPr>
            </a:pPr>
            <a:r>
              <a:t>•  Notifications -- low-stock alerts via the Notifications API, refreshed periodically</a:t>
            </a:r>
          </a:p>
          <a:p>
            <a:pPr>
              <a:spcAft>
                <a:spcPts val="1000"/>
              </a:spcAft>
              <a:defRPr sz="1800">
                <a:solidFill>
                  <a:srgbClr val="475569"/>
                </a:solidFill>
              </a:defRPr>
            </a:pPr>
            <a:r>
              <a:t>•  Responsive -- mobile-first layout down to phone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Testing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97706"/>
                </a:solidFill>
              </a:rPr>
              <a:t>Test results pending — run build_docs.py after testing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2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1089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Log in with valid admin credentials (admin / Admin@123)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Log in with a wrong password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Request /Product while logged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Request /api/products while logged out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Change password with the wrong current password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TC-06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Change password correctly, then log in with the new password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Delete a category that is still used by a product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TC-08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Search products by name/category/supplier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Stock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Stock In a valid quantity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Stock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Stock Out a quantity greater than available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Stock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Stock In / Stock Out with a zero or negative quantity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Dashboard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Total Inventory Value KPI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Reports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Transaction History filtered by type=StockOut and a date 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TC-14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Reports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Print a report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Conclusion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 Delivered: console app (OOP), ASP.NET Core MVC web app (full CRUD + reports), and a PWA layer -- all on one shared, normalized SQL Server schema.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 Enforced negative-stock prevention at both the application and database layers.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 Future scope: role-based access control in the web app (Admin/Staff/Viewer, mirroring the console app)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 Future scope: barcode/QR scanning for faster Stock In/Out on mobile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 Future scope: multi-branch/multi-warehouse support</a:t>
            </a:r>
          </a:p>
          <a:p>
            <a:pPr>
              <a:spcAft>
                <a:spcPts val="1000"/>
              </a:spcAft>
              <a:defRPr sz="1700">
                <a:solidFill>
                  <a:srgbClr val="475569"/>
                </a:solidFill>
              </a:defRPr>
            </a:pPr>
            <a:r>
              <a:t>•  Note: .NET 8 is an LTS release; its official support window ends November 2026 -- a future maintenance task is upgrading to the next 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StockPilot — Inventory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